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5" r:id="rId9"/>
    <p:sldId id="268" r:id="rId10"/>
    <p:sldId id="266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149D-AC00-EAAE-0FF8-C612FDAE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55" y="2733709"/>
            <a:ext cx="8716301" cy="1373070"/>
          </a:xfrm>
        </p:spPr>
        <p:txBody>
          <a:bodyPr/>
          <a:lstStyle/>
          <a:p>
            <a:r>
              <a:rPr lang="en-IN" dirty="0"/>
              <a:t>Receipt &amp; Invoice Digitizer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CE81E-54FD-1DBE-3E84-D1BE5EEA0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Team A</a:t>
            </a:r>
          </a:p>
        </p:txBody>
      </p:sp>
    </p:spTree>
    <p:extLst>
      <p:ext uri="{BB962C8B-B14F-4D97-AF65-F5344CB8AC3E}">
        <p14:creationId xmlns:p14="http://schemas.microsoft.com/office/powerpoint/2010/main" val="687595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E614-CEFA-BF4B-82A4-81D302A0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ui-sans-serif"/>
              </a:rPr>
              <a:t>Team Member Introduction &amp; Contribution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E67AE-317A-B004-190D-8FE12BF75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Ankit Sharma </a:t>
            </a:r>
          </a:p>
          <a:p>
            <a:r>
              <a:rPr lang="en-US" sz="1700" dirty="0">
                <a:solidFill>
                  <a:srgbClr val="FFFFFF"/>
                </a:solidFill>
                <a:latin typeface="ui-sans-serif"/>
              </a:rPr>
              <a:t>Frontend development using React</a:t>
            </a:r>
          </a:p>
          <a:p>
            <a:r>
              <a:rPr lang="en-US" sz="1700" dirty="0">
                <a:solidFill>
                  <a:srgbClr val="FFFFFF"/>
                </a:solidFill>
                <a:latin typeface="ui-sans-serif"/>
              </a:rPr>
              <a:t>Dashboard UI design</a:t>
            </a:r>
          </a:p>
          <a:p>
            <a:r>
              <a:rPr lang="en-US" sz="1700" dirty="0">
                <a:solidFill>
                  <a:srgbClr val="FFFFFF"/>
                </a:solidFill>
                <a:latin typeface="ui-sans-serif"/>
              </a:rPr>
              <a:t>Receipt download feature implementation</a:t>
            </a:r>
          </a:p>
          <a:p>
            <a:pPr marL="0" indent="0">
              <a:buNone/>
            </a:pPr>
            <a:r>
              <a:rPr lang="en-US" b="1" dirty="0"/>
              <a:t>Hemanjali Kodali</a:t>
            </a:r>
          </a:p>
          <a:p>
            <a:r>
              <a:rPr lang="en-US" sz="1700" dirty="0">
                <a:solidFill>
                  <a:srgbClr val="FFFFFF"/>
                </a:solidFill>
                <a:latin typeface="ui-sans-serif"/>
              </a:rPr>
              <a:t>Backend development using </a:t>
            </a:r>
            <a:r>
              <a:rPr lang="en-US" sz="1700" dirty="0" err="1">
                <a:solidFill>
                  <a:srgbClr val="FFFFFF"/>
                </a:solidFill>
                <a:latin typeface="ui-sans-serif"/>
              </a:rPr>
              <a:t>FastAPI</a:t>
            </a:r>
            <a:endParaRPr lang="en-US" sz="1700" dirty="0">
              <a:solidFill>
                <a:srgbClr val="FFFFFF"/>
              </a:solidFill>
              <a:latin typeface="ui-sans-serif"/>
            </a:endParaRPr>
          </a:p>
          <a:p>
            <a:r>
              <a:rPr lang="en-US" sz="1700" dirty="0">
                <a:solidFill>
                  <a:srgbClr val="FFFFFF"/>
                </a:solidFill>
                <a:latin typeface="ui-sans-serif"/>
              </a:rPr>
              <a:t>API creation and routing</a:t>
            </a:r>
          </a:p>
          <a:p>
            <a:pPr marL="0" indent="0">
              <a:buNone/>
            </a:pPr>
            <a:r>
              <a:rPr lang="en-IN" b="1" dirty="0"/>
              <a:t>Rethika</a:t>
            </a:r>
          </a:p>
          <a:p>
            <a:r>
              <a:rPr lang="en-IN" sz="1700" dirty="0">
                <a:solidFill>
                  <a:srgbClr val="FFFFFF"/>
                </a:solidFill>
                <a:latin typeface="ui-sans-serif"/>
              </a:rPr>
              <a:t>OCR integration using Tesseract</a:t>
            </a:r>
          </a:p>
          <a:p>
            <a:r>
              <a:rPr lang="en-IN" sz="1700" dirty="0">
                <a:solidFill>
                  <a:srgbClr val="FFFFFF"/>
                </a:solidFill>
                <a:latin typeface="ui-sans-serif"/>
              </a:rPr>
              <a:t>Image text extraction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DE8DFC-F3AB-C08D-73E5-8F5EA92A6BCE}"/>
              </a:ext>
            </a:extLst>
          </p:cNvPr>
          <p:cNvSpPr txBox="1"/>
          <p:nvPr/>
        </p:nvSpPr>
        <p:spPr>
          <a:xfrm>
            <a:off x="6096001" y="2585883"/>
            <a:ext cx="5220928" cy="2916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FFFFFF"/>
                </a:solidFill>
                <a:latin typeface="ui-sans-serif"/>
              </a:rPr>
              <a:t>Sandana Aini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AI model integration for receipt data extraction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Structuring invoice information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FFFFFF"/>
              </a:solidFill>
              <a:latin typeface="ui-sans-serif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ui-sans-serif"/>
              </a:rPr>
              <a:t>Nirupam </a:t>
            </a:r>
            <a:r>
              <a:rPr lang="en-US" sz="2200" b="1" dirty="0" err="1">
                <a:solidFill>
                  <a:srgbClr val="FFFFFF"/>
                </a:solidFill>
                <a:latin typeface="ui-sans-serif"/>
              </a:rPr>
              <a:t>pardhu</a:t>
            </a:r>
            <a:r>
              <a:rPr lang="en-US" sz="2200" b="1" dirty="0">
                <a:solidFill>
                  <a:srgbClr val="FFFFFF"/>
                </a:solidFill>
                <a:latin typeface="ui-sans-serif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ui-sans-serif"/>
              </a:rPr>
              <a:t>Nakketla</a:t>
            </a:r>
            <a:endParaRPr lang="en-US" sz="2200" b="1" dirty="0">
              <a:solidFill>
                <a:srgbClr val="FFFFFF"/>
              </a:solidFill>
              <a:latin typeface="ui-sans-serif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Analytics dashboard implementation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Chart visualization and chatbot integration</a:t>
            </a:r>
          </a:p>
        </p:txBody>
      </p:sp>
    </p:spTree>
    <p:extLst>
      <p:ext uri="{BB962C8B-B14F-4D97-AF65-F5344CB8AC3E}">
        <p14:creationId xmlns:p14="http://schemas.microsoft.com/office/powerpoint/2010/main" val="47956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37AD-1295-9AD6-9557-1662A19B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ui-sans-serif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06390-E2D5-FB7B-3BD8-D3CC46E5D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Managing receipts manually is difficult because: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Receipts can be easily lost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Manual data entry is time consuming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Difficult to track expenses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No spending insights available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DC5C4-E6A6-51F6-2E9D-5F32952FE677}"/>
              </a:ext>
            </a:extLst>
          </p:cNvPr>
          <p:cNvSpPr txBox="1"/>
          <p:nvPr/>
        </p:nvSpPr>
        <p:spPr>
          <a:xfrm>
            <a:off x="7452852" y="2458065"/>
            <a:ext cx="38837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The objective of this project is to build a system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Automatically extracts data from receipts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Stores receipt information digitally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Provides spending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Assists users through a chatbot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54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C47D-C068-7560-3688-106BEAD4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6052" y="3085175"/>
            <a:ext cx="5504168" cy="108093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ui-sans-serif"/>
              </a:rPr>
              <a:t>Architecture &amp; Workflow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E8C2C1-7F64-A0F4-BDAB-9061084B7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358" y="631947"/>
            <a:ext cx="5390961" cy="598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5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9303-C433-EF7E-D93C-4937B70D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ui-sans-serif"/>
              </a:rPr>
              <a:t>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16F14-83AE-0D1B-AE29-B14AFDFC4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69" y="2169724"/>
            <a:ext cx="9613861" cy="413275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IN" sz="2000" b="1" dirty="0">
                <a:solidFill>
                  <a:srgbClr val="FFFFFF"/>
                </a:solidFill>
                <a:latin typeface="ui-sans-serif"/>
              </a:rPr>
              <a:t>Frontend</a:t>
            </a:r>
            <a:endParaRPr lang="en-IN" sz="2000" dirty="0">
              <a:solidFill>
                <a:srgbClr val="FFFFFF"/>
              </a:solidFill>
              <a:latin typeface="ui-sans-serif"/>
            </a:endParaRPr>
          </a:p>
          <a:p>
            <a:pPr>
              <a:lnSpc>
                <a:spcPct val="120000"/>
              </a:lnSpc>
            </a:pPr>
            <a:r>
              <a:rPr lang="en-IN" sz="2000" dirty="0">
                <a:solidFill>
                  <a:srgbClr val="FFFFFF"/>
                </a:solidFill>
                <a:latin typeface="ui-sans-serif"/>
              </a:rPr>
              <a:t>React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solidFill>
                  <a:srgbClr val="FFFFFF"/>
                </a:solidFill>
                <a:latin typeface="ui-sans-serif"/>
              </a:rPr>
              <a:t>Tailwind CSS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solidFill>
                  <a:srgbClr val="FFFFFF"/>
                </a:solidFill>
                <a:latin typeface="ui-sans-serif"/>
              </a:rPr>
              <a:t>Recharts (for analytics charts)</a:t>
            </a:r>
          </a:p>
          <a:p>
            <a:pPr>
              <a:lnSpc>
                <a:spcPct val="120000"/>
              </a:lnSpc>
              <a:buNone/>
            </a:pPr>
            <a:r>
              <a:rPr lang="en-IN" sz="2000" b="1" dirty="0">
                <a:solidFill>
                  <a:srgbClr val="FFFFFF"/>
                </a:solidFill>
                <a:latin typeface="ui-sans-serif"/>
              </a:rPr>
              <a:t>Backend</a:t>
            </a:r>
            <a:endParaRPr lang="en-IN" sz="2000" dirty="0">
              <a:solidFill>
                <a:srgbClr val="FFFFFF"/>
              </a:solidFill>
              <a:latin typeface="ui-sans-serif"/>
            </a:endParaRPr>
          </a:p>
          <a:p>
            <a:pPr>
              <a:lnSpc>
                <a:spcPct val="120000"/>
              </a:lnSpc>
            </a:pPr>
            <a:r>
              <a:rPr lang="en-IN" sz="2000" dirty="0" err="1">
                <a:solidFill>
                  <a:srgbClr val="FFFFFF"/>
                </a:solidFill>
                <a:latin typeface="ui-sans-serif"/>
              </a:rPr>
              <a:t>FastAPI</a:t>
            </a:r>
            <a:r>
              <a:rPr lang="en-IN" sz="2000" dirty="0">
                <a:solidFill>
                  <a:srgbClr val="FFFFFF"/>
                </a:solidFill>
                <a:latin typeface="ui-sans-serif"/>
              </a:rPr>
              <a:t> (Python)</a:t>
            </a:r>
          </a:p>
          <a:p>
            <a:pPr>
              <a:lnSpc>
                <a:spcPct val="120000"/>
              </a:lnSpc>
              <a:buNone/>
            </a:pPr>
            <a:r>
              <a:rPr lang="en-IN" sz="2000" b="1" dirty="0">
                <a:solidFill>
                  <a:srgbClr val="FFFFFF"/>
                </a:solidFill>
                <a:latin typeface="ui-sans-serif"/>
              </a:rPr>
              <a:t>AI &amp; OCR</a:t>
            </a:r>
            <a:endParaRPr lang="en-IN" sz="2000" dirty="0">
              <a:solidFill>
                <a:srgbClr val="FFFFFF"/>
              </a:solidFill>
              <a:latin typeface="ui-sans-serif"/>
            </a:endParaRPr>
          </a:p>
          <a:p>
            <a:pPr>
              <a:lnSpc>
                <a:spcPct val="120000"/>
              </a:lnSpc>
            </a:pPr>
            <a:r>
              <a:rPr lang="en-IN" sz="2000" dirty="0">
                <a:solidFill>
                  <a:srgbClr val="FFFFFF"/>
                </a:solidFill>
                <a:latin typeface="ui-sans-serif"/>
              </a:rPr>
              <a:t>Tesseract OCR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solidFill>
                  <a:srgbClr val="FFFFFF"/>
                </a:solidFill>
                <a:latin typeface="ui-sans-serif"/>
              </a:rPr>
              <a:t>Gemini AI for structured data extraction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4BF7D-55D6-1D1A-43A1-FE2A38487EEB}"/>
              </a:ext>
            </a:extLst>
          </p:cNvPr>
          <p:cNvSpPr txBox="1"/>
          <p:nvPr/>
        </p:nvSpPr>
        <p:spPr>
          <a:xfrm>
            <a:off x="5938684" y="2715737"/>
            <a:ext cx="59091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FFFF"/>
                </a:solidFill>
                <a:latin typeface="ui-sans-serif"/>
              </a:rPr>
              <a:t>Database</a:t>
            </a:r>
            <a:endParaRPr lang="en-IN" sz="2000" dirty="0">
              <a:solidFill>
                <a:srgbClr val="FFFFFF"/>
              </a:solidFill>
              <a:latin typeface="ui-sans-serif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FFFF"/>
                </a:solidFill>
                <a:latin typeface="ui-sans-serif"/>
              </a:rPr>
              <a:t>SQL database for storing receipts</a:t>
            </a:r>
          </a:p>
          <a:p>
            <a:endParaRPr lang="en-IN" sz="2000" dirty="0">
              <a:solidFill>
                <a:srgbClr val="FFFFFF"/>
              </a:solidFill>
              <a:latin typeface="ui-sans-serif"/>
            </a:endParaRPr>
          </a:p>
          <a:p>
            <a:pPr>
              <a:buNone/>
            </a:pPr>
            <a:r>
              <a:rPr lang="en-IN" sz="2000" b="1" dirty="0">
                <a:solidFill>
                  <a:srgbClr val="FFFFFF"/>
                </a:solidFill>
                <a:latin typeface="ui-sans-serif"/>
              </a:rPr>
              <a:t>Tools</a:t>
            </a:r>
            <a:endParaRPr lang="en-IN" sz="2000" dirty="0">
              <a:solidFill>
                <a:srgbClr val="FFFFFF"/>
              </a:solidFill>
              <a:latin typeface="ui-sans-serif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FFFF"/>
                </a:solidFill>
                <a:latin typeface="ui-sans-serif"/>
              </a:rPr>
              <a:t>GitHub for version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FFFF"/>
                </a:solidFill>
                <a:latin typeface="ui-sans-serif"/>
              </a:rPr>
              <a:t>VS Code for development</a:t>
            </a:r>
          </a:p>
        </p:txBody>
      </p:sp>
    </p:spTree>
    <p:extLst>
      <p:ext uri="{BB962C8B-B14F-4D97-AF65-F5344CB8AC3E}">
        <p14:creationId xmlns:p14="http://schemas.microsoft.com/office/powerpoint/2010/main" val="371174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8321-A219-4843-4712-E8D5D780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ui-sans-serif"/>
              </a:rPr>
              <a:t> Screenshots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9C8C6E-2BB8-2DBC-CE7B-A7587EDDB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365" y="2412213"/>
            <a:ext cx="4869503" cy="3164872"/>
          </a:xfrm>
          <a:prstGeom prst="rect">
            <a:avLst/>
          </a:prstGeom>
        </p:spPr>
      </p:pic>
      <p:sp>
        <p:nvSpPr>
          <p:cNvPr id="16" name="Rectangle 8">
            <a:extLst>
              <a:ext uri="{FF2B5EF4-FFF2-40B4-BE49-F238E27FC236}">
                <a16:creationId xmlns:a16="http://schemas.microsoft.com/office/drawing/2014/main" id="{F22C051E-4D85-6B6E-4E7B-3E4871A6381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61705" y="2775972"/>
            <a:ext cx="627298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sans-serif"/>
              </a:rPr>
              <a:t>Landing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sans-serif"/>
              </a:rPr>
              <a:t>Introduces the Receipt and Invoice Digitizer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sans-serif"/>
              </a:rPr>
              <a:t>Converts invoices and receipts into structured data using OCR technology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sans-serif"/>
              </a:rPr>
              <a:t>Navigation bar includes Features, Docs, Pricing, and Launch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sans-serif"/>
              </a:rPr>
              <a:t>"Get Started" and "Watch Demo" buttons allow users to quickly access the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sans-serif"/>
              </a:rPr>
              <a:t>Clean and modern design that clearly explains the platform’s purpose</a:t>
            </a:r>
          </a:p>
        </p:txBody>
      </p:sp>
    </p:spTree>
    <p:extLst>
      <p:ext uri="{BB962C8B-B14F-4D97-AF65-F5344CB8AC3E}">
        <p14:creationId xmlns:p14="http://schemas.microsoft.com/office/powerpoint/2010/main" val="405669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E4759CB-1360-3E72-C9C8-29C8C4CC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5" y="3920550"/>
            <a:ext cx="5770685" cy="263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E28E14-AF9E-E9C7-FB6E-4DCA6C82F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15" y="1002891"/>
            <a:ext cx="5770685" cy="2633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DF5663-3F42-1795-D1CA-7BBDB65E03B4}"/>
              </a:ext>
            </a:extLst>
          </p:cNvPr>
          <p:cNvSpPr txBox="1"/>
          <p:nvPr/>
        </p:nvSpPr>
        <p:spPr>
          <a:xfrm>
            <a:off x="6263999" y="1605110"/>
            <a:ext cx="585187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ui-sans-serif"/>
              </a:rPr>
              <a:t>Registration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Allows new users to </a:t>
            </a:r>
            <a:r>
              <a:rPr lang="en-US" b="1" dirty="0">
                <a:latin typeface="ui-sans-serif"/>
              </a:rPr>
              <a:t>create an account</a:t>
            </a:r>
            <a:r>
              <a:rPr lang="en-US" dirty="0">
                <a:latin typeface="ui-sans-serif"/>
              </a:rPr>
              <a:t> to access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Users can </a:t>
            </a:r>
            <a:r>
              <a:rPr lang="en-US" b="1" dirty="0">
                <a:latin typeface="ui-sans-serif"/>
              </a:rPr>
              <a:t>sign up using Google</a:t>
            </a:r>
            <a:r>
              <a:rPr lang="en-US" dirty="0">
                <a:latin typeface="ui-sans-serif"/>
              </a:rPr>
              <a:t> or register with </a:t>
            </a:r>
            <a:r>
              <a:rPr lang="en-US" b="1" dirty="0">
                <a:latin typeface="ui-sans-serif"/>
              </a:rPr>
              <a:t>name, email, and password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Simple and clean form for quick registration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Secure account creation to start digitizing receipts and invoices</a:t>
            </a:r>
          </a:p>
          <a:p>
            <a:endParaRPr lang="en-US" sz="2000" dirty="0">
              <a:latin typeface="ui-sans-serif"/>
            </a:endParaRPr>
          </a:p>
          <a:p>
            <a:pPr>
              <a:buNone/>
            </a:pPr>
            <a:r>
              <a:rPr lang="en-US" sz="2400" b="1" dirty="0">
                <a:latin typeface="ui-sans-serif"/>
              </a:rPr>
              <a:t>Login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Allows existing users to </a:t>
            </a:r>
            <a:r>
              <a:rPr lang="en-US" b="1" dirty="0">
                <a:latin typeface="ui-sans-serif"/>
              </a:rPr>
              <a:t>log in to their account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Users can </a:t>
            </a:r>
            <a:r>
              <a:rPr lang="en-US" b="1" dirty="0">
                <a:latin typeface="ui-sans-serif"/>
              </a:rPr>
              <a:t>sign in using Google</a:t>
            </a:r>
            <a:r>
              <a:rPr lang="en-US" dirty="0">
                <a:latin typeface="ui-sans-serif"/>
              </a:rPr>
              <a:t> or </a:t>
            </a:r>
            <a:r>
              <a:rPr lang="en-US" b="1" dirty="0">
                <a:latin typeface="ui-sans-serif"/>
              </a:rPr>
              <a:t>email and password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Provides quick access to the platform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Includes a </a:t>
            </a:r>
            <a:r>
              <a:rPr lang="en-US" b="1" dirty="0">
                <a:latin typeface="ui-sans-serif"/>
              </a:rPr>
              <a:t>Register option</a:t>
            </a:r>
            <a:r>
              <a:rPr lang="en-US" dirty="0">
                <a:latin typeface="ui-sans-serif"/>
              </a:rPr>
              <a:t> for new users who do not have an account</a:t>
            </a:r>
          </a:p>
        </p:txBody>
      </p:sp>
    </p:spTree>
    <p:extLst>
      <p:ext uri="{BB962C8B-B14F-4D97-AF65-F5344CB8AC3E}">
        <p14:creationId xmlns:p14="http://schemas.microsoft.com/office/powerpoint/2010/main" val="2984882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87A30B-F429-F7FE-77E5-C8077C2F1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5" y="488335"/>
            <a:ext cx="5254769" cy="2633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5E1C5E-39DA-9065-7D99-E2465208F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75" y="3595586"/>
            <a:ext cx="5254769" cy="2633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687516-0563-C34E-7E56-4F7143E9F503}"/>
              </a:ext>
            </a:extLst>
          </p:cNvPr>
          <p:cNvSpPr txBox="1"/>
          <p:nvPr/>
        </p:nvSpPr>
        <p:spPr>
          <a:xfrm>
            <a:off x="5817844" y="1441150"/>
            <a:ext cx="6086169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ui-sans-serif"/>
              </a:rPr>
              <a:t>Dashboard</a:t>
            </a:r>
            <a:endParaRPr lang="en-US" sz="2400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Central page where users manage invoices and receipts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Users can </a:t>
            </a:r>
            <a:r>
              <a:rPr lang="en-US" b="1" dirty="0">
                <a:latin typeface="ui-sans-serif"/>
              </a:rPr>
              <a:t>upload invoices (PDF, PNG, JPG)</a:t>
            </a:r>
            <a:r>
              <a:rPr lang="en-US" dirty="0">
                <a:latin typeface="ui-sans-serif"/>
              </a:rPr>
              <a:t> for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Shows </a:t>
            </a:r>
            <a:r>
              <a:rPr lang="en-US" b="1" dirty="0">
                <a:latin typeface="ui-sans-serif"/>
              </a:rPr>
              <a:t>recent extractions</a:t>
            </a:r>
            <a:r>
              <a:rPr lang="en-US" dirty="0">
                <a:latin typeface="ui-sans-serif"/>
              </a:rPr>
              <a:t> of uploaded invoices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Displays </a:t>
            </a:r>
            <a:r>
              <a:rPr lang="en-US" b="1" dirty="0">
                <a:latin typeface="ui-sans-serif"/>
              </a:rPr>
              <a:t>extraction results</a:t>
            </a:r>
            <a:r>
              <a:rPr lang="en-US" dirty="0">
                <a:latin typeface="ui-sans-serif"/>
              </a:rPr>
              <a:t> after OCR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Simple interface for quick document upload and tracking</a:t>
            </a:r>
          </a:p>
          <a:p>
            <a:endParaRPr lang="en-US" dirty="0">
              <a:latin typeface="ui-sans-serif"/>
            </a:endParaRPr>
          </a:p>
          <a:p>
            <a:endParaRPr lang="en-US" dirty="0">
              <a:latin typeface="ui-sans-serif"/>
            </a:endParaRPr>
          </a:p>
          <a:p>
            <a:pPr>
              <a:buNone/>
            </a:pPr>
            <a:r>
              <a:rPr lang="en-US" sz="2400" b="1" dirty="0">
                <a:latin typeface="ui-sans-serif"/>
              </a:rPr>
              <a:t>Analytics</a:t>
            </a:r>
            <a:endParaRPr lang="en-US" sz="2400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Shows </a:t>
            </a:r>
            <a:r>
              <a:rPr lang="en-US" b="1" dirty="0">
                <a:latin typeface="ui-sans-serif"/>
              </a:rPr>
              <a:t>visual insights from processed invoices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ui-sans-serif"/>
              </a:rPr>
              <a:t>Monthly spending trend</a:t>
            </a:r>
            <a:r>
              <a:rPr lang="en-US" dirty="0">
                <a:latin typeface="ui-sans-serif"/>
              </a:rPr>
              <a:t> graph to track expenses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ui-sans-serif"/>
              </a:rPr>
              <a:t>Top merchants chart</a:t>
            </a:r>
            <a:r>
              <a:rPr lang="en-US" dirty="0">
                <a:latin typeface="ui-sans-serif"/>
              </a:rPr>
              <a:t> showing most frequent vendors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ui-sans-serif"/>
              </a:rPr>
              <a:t>Spending distribution pie chart</a:t>
            </a:r>
            <a:r>
              <a:rPr lang="en-US" dirty="0">
                <a:latin typeface="ui-sans-serif"/>
              </a:rPr>
              <a:t> for category-wise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Helps users </a:t>
            </a:r>
            <a:r>
              <a:rPr lang="en-US" b="1" dirty="0">
                <a:latin typeface="ui-sans-serif"/>
              </a:rPr>
              <a:t>understand spending patterns and financial insights</a:t>
            </a:r>
            <a:endParaRPr lang="en-US" dirty="0"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09480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01A66D-2629-7609-2E8B-B8A1A5F32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94" y="1066061"/>
            <a:ext cx="4101920" cy="4471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6AE9AF-90F4-BD70-80C8-ECCB5BCEFD0D}"/>
              </a:ext>
            </a:extLst>
          </p:cNvPr>
          <p:cNvSpPr txBox="1"/>
          <p:nvPr/>
        </p:nvSpPr>
        <p:spPr>
          <a:xfrm>
            <a:off x="5270090" y="1870747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ui-sans-serif"/>
              </a:rPr>
              <a:t>Chatbot / Invoice Assistant</a:t>
            </a:r>
            <a:endParaRPr lang="en-US" sz="2400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Provides </a:t>
            </a:r>
            <a:r>
              <a:rPr lang="en-US" b="1" dirty="0">
                <a:latin typeface="ui-sans-serif"/>
              </a:rPr>
              <a:t>interactive assistance</a:t>
            </a:r>
            <a:r>
              <a:rPr lang="en-US" dirty="0">
                <a:latin typeface="ui-sans-serif"/>
              </a:rPr>
              <a:t> to users within the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Answers common questions about </a:t>
            </a:r>
            <a:r>
              <a:rPr lang="en-US" b="1" dirty="0">
                <a:latin typeface="ui-sans-serif"/>
              </a:rPr>
              <a:t>uploading receipts, OCR process, and analytics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Displays </a:t>
            </a:r>
            <a:r>
              <a:rPr lang="en-US" b="1" dirty="0">
                <a:latin typeface="ui-sans-serif"/>
              </a:rPr>
              <a:t>suggested questions</a:t>
            </a:r>
            <a:r>
              <a:rPr lang="en-US" dirty="0">
                <a:latin typeface="ui-sans-serif"/>
              </a:rPr>
              <a:t> for quick help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Guides users on how to </a:t>
            </a:r>
            <a:r>
              <a:rPr lang="en-US" b="1" dirty="0">
                <a:latin typeface="ui-sans-serif"/>
              </a:rPr>
              <a:t>upload invoices and use system features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Improves </a:t>
            </a:r>
            <a:r>
              <a:rPr lang="en-US" b="1" dirty="0">
                <a:latin typeface="ui-sans-serif"/>
              </a:rPr>
              <a:t>user experience by providing instant support</a:t>
            </a:r>
            <a:r>
              <a:rPr lang="en-US" dirty="0">
                <a:latin typeface="ui-sans-serif"/>
              </a:rPr>
              <a:t> without manual help</a:t>
            </a:r>
          </a:p>
        </p:txBody>
      </p:sp>
    </p:spTree>
    <p:extLst>
      <p:ext uri="{BB962C8B-B14F-4D97-AF65-F5344CB8AC3E}">
        <p14:creationId xmlns:p14="http://schemas.microsoft.com/office/powerpoint/2010/main" val="199702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4D98B1B7-F76F-36F5-FEF1-05E6C2545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41" y="1222510"/>
            <a:ext cx="4027611" cy="4096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CE17B3-783F-88BE-A077-C4AA670F766D}"/>
              </a:ext>
            </a:extLst>
          </p:cNvPr>
          <p:cNvSpPr txBox="1"/>
          <p:nvPr/>
        </p:nvSpPr>
        <p:spPr>
          <a:xfrm>
            <a:off x="5053781" y="1701220"/>
            <a:ext cx="6096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ui-sans-serif"/>
              </a:rPr>
              <a:t>Digitized Receipt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Displays the </a:t>
            </a:r>
            <a:r>
              <a:rPr lang="en-US" b="1" dirty="0">
                <a:latin typeface="ui-sans-serif"/>
              </a:rPr>
              <a:t>structured receipt information extracted using OCR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Shows important details like </a:t>
            </a:r>
            <a:r>
              <a:rPr lang="en-US" b="1" dirty="0">
                <a:latin typeface="ui-sans-serif"/>
              </a:rPr>
              <a:t>vendor name, date, and file name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Lists all purchased items with </a:t>
            </a:r>
            <a:r>
              <a:rPr lang="en-US" b="1" dirty="0">
                <a:latin typeface="ui-sans-serif"/>
              </a:rPr>
              <a:t>quantity, price, and total amount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Automatically calculates the </a:t>
            </a:r>
            <a:r>
              <a:rPr lang="en-US" b="1" dirty="0">
                <a:latin typeface="ui-sans-serif"/>
              </a:rPr>
              <a:t>overall total of the receipt</a:t>
            </a:r>
            <a:endParaRPr lang="en-US" dirty="0"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Converts unstructured receipt images into </a:t>
            </a:r>
            <a:r>
              <a:rPr lang="en-US" b="1" dirty="0">
                <a:latin typeface="ui-sans-serif"/>
              </a:rPr>
              <a:t>organized digital data for easy analysis</a:t>
            </a:r>
            <a:endParaRPr lang="en-US" dirty="0"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168269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F276-7E00-112C-E957-78F87B5B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ui-sans-serif"/>
              </a:rPr>
              <a:t>Feature Enhancement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B77F0-A494-1077-1FD6-A5FEA138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98" y="2222089"/>
            <a:ext cx="9613861" cy="414815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Additional features implemented in the system: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Analytics Dashboard with charts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Receipt download as digitized document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Chatbot for assisting users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Dark mode UI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Automatic extraction of purchased items</a:t>
            </a:r>
          </a:p>
          <a:p>
            <a:pPr>
              <a:buNone/>
            </a:pPr>
            <a:r>
              <a:rPr lang="en-US" b="1" dirty="0">
                <a:solidFill>
                  <a:srgbClr val="FFFFFF"/>
                </a:solidFill>
                <a:latin typeface="ui-sans-serif"/>
              </a:rPr>
              <a:t>Future enhancements can include: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Mobile application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Budget tracking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Advanced AI insights</a:t>
            </a:r>
          </a:p>
        </p:txBody>
      </p:sp>
    </p:spTree>
    <p:extLst>
      <p:ext uri="{BB962C8B-B14F-4D97-AF65-F5344CB8AC3E}">
        <p14:creationId xmlns:p14="http://schemas.microsoft.com/office/powerpoint/2010/main" val="2013399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F4F5-2890-F9D7-7DDC-C9E0F931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ui-sans-serif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3757-6333-2DE4-23F7-5F5A4E1E1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The Receipt &amp; Invoice Digitizer system successfully: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Automates receipt digitization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Extracts key information using OCR and AI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Stores receipts digitally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Provides analytics insights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Improves expense tracking efficiency</a:t>
            </a: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This project demonstrates how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AI and automation can simplify financial record management.</a:t>
            </a:r>
            <a:endParaRPr lang="en-US" dirty="0">
              <a:solidFill>
                <a:srgbClr val="FFFFFF"/>
              </a:solidFill>
              <a:latin typeface="ui-sans-serif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54917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{0CECC2B6-FB31-424B-AA89-DB7755316CC1}TF6e1c0bd6-43b7-4cba-aa12-42a644606054c9b78bf9-d218b69a002d</Template>
  <TotalTime>253</TotalTime>
  <Words>583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ui-sans-serif</vt:lpstr>
      <vt:lpstr>Berlin</vt:lpstr>
      <vt:lpstr>Receipt &amp; Invoice Digitizer</vt:lpstr>
      <vt:lpstr>Team Member Introduction &amp; Contribution</vt:lpstr>
      <vt:lpstr>Problem Statement</vt:lpstr>
      <vt:lpstr>Architecture &amp; Workflow</vt:lpstr>
      <vt:lpstr>Technology Stack</vt:lpstr>
      <vt:lpstr> Screenshots</vt:lpstr>
      <vt:lpstr>PowerPoint Presentation</vt:lpstr>
      <vt:lpstr>PowerPoint Presentation</vt:lpstr>
      <vt:lpstr>PowerPoint Presentation</vt:lpstr>
      <vt:lpstr>PowerPoint Presentation</vt:lpstr>
      <vt:lpstr>Feature Enhancement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kodali hemanjali</dc:creator>
  <cp:lastModifiedBy>kodali hemanjali</cp:lastModifiedBy>
  <cp:revision>3</cp:revision>
  <dcterms:created xsi:type="dcterms:W3CDTF">2026-03-12T15:23:58Z</dcterms:created>
  <dcterms:modified xsi:type="dcterms:W3CDTF">2026-03-14T17:49:07Z</dcterms:modified>
</cp:coreProperties>
</file>
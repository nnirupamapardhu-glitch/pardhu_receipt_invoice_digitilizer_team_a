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3/11/2026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14C3-6A2D-1224-B44D-8FBEBF69A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ui-sans-serif"/>
              </a:rPr>
              <a:t>Receipt &amp; Invoice Digitizer System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D623C-D9E8-AC69-5326-34ACCD982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Team A</a:t>
            </a:r>
          </a:p>
        </p:txBody>
      </p:sp>
    </p:spTree>
    <p:extLst>
      <p:ext uri="{BB962C8B-B14F-4D97-AF65-F5344CB8AC3E}">
        <p14:creationId xmlns:p14="http://schemas.microsoft.com/office/powerpoint/2010/main" val="1945367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8166-A4B3-BE4F-7DA4-2FAFD839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445342"/>
            <a:ext cx="10058400" cy="64863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  <a:latin typeface="ui-sans-serif"/>
              </a:rPr>
              <a:t>Project Solution</a:t>
            </a:r>
            <a:br>
              <a:rPr lang="en-IN" b="1" dirty="0">
                <a:solidFill>
                  <a:schemeClr val="tx1"/>
                </a:solidFill>
                <a:latin typeface="ui-sans-serif"/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E2356-599D-C0BE-07DD-EF402A4E9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>
                <a:latin typeface="ui-sans-serif"/>
              </a:rPr>
              <a:t>Our system provides:</a:t>
            </a:r>
          </a:p>
          <a:p>
            <a:pPr marL="0" indent="0">
              <a:buNone/>
            </a:pPr>
            <a:r>
              <a:rPr lang="en-IN" dirty="0">
                <a:latin typeface="ui-sans-serif"/>
              </a:rPr>
              <a:t>1️⃣ Upload receipts</a:t>
            </a:r>
            <a:br>
              <a:rPr lang="en-IN" dirty="0">
                <a:latin typeface="ui-sans-serif"/>
              </a:rPr>
            </a:br>
            <a:r>
              <a:rPr lang="en-IN" dirty="0">
                <a:latin typeface="ui-sans-serif"/>
              </a:rPr>
              <a:t>2️⃣ Extract text using </a:t>
            </a:r>
            <a:r>
              <a:rPr lang="en-IN" b="1" dirty="0">
                <a:latin typeface="ui-sans-serif"/>
              </a:rPr>
              <a:t>OCR</a:t>
            </a:r>
            <a:br>
              <a:rPr lang="en-IN" dirty="0">
                <a:latin typeface="ui-sans-serif"/>
              </a:rPr>
            </a:br>
            <a:r>
              <a:rPr lang="en-IN" dirty="0">
                <a:latin typeface="ui-sans-serif"/>
              </a:rPr>
              <a:t>3️⃣ Structure data using </a:t>
            </a:r>
            <a:r>
              <a:rPr lang="en-IN" b="1" dirty="0">
                <a:latin typeface="ui-sans-serif"/>
              </a:rPr>
              <a:t>AI model</a:t>
            </a:r>
            <a:br>
              <a:rPr lang="en-IN" dirty="0">
                <a:latin typeface="ui-sans-serif"/>
              </a:rPr>
            </a:br>
            <a:r>
              <a:rPr lang="en-IN" dirty="0">
                <a:latin typeface="ui-sans-serif"/>
              </a:rPr>
              <a:t>4️⃣ Store invoice information</a:t>
            </a:r>
            <a:br>
              <a:rPr lang="en-IN" dirty="0">
                <a:latin typeface="ui-sans-serif"/>
              </a:rPr>
            </a:br>
            <a:r>
              <a:rPr lang="en-IN" dirty="0">
                <a:latin typeface="ui-sans-serif"/>
              </a:rPr>
              <a:t>5️⃣ Generate </a:t>
            </a:r>
            <a:r>
              <a:rPr lang="en-IN" b="1" dirty="0">
                <a:latin typeface="ui-sans-serif"/>
              </a:rPr>
              <a:t>analytics dashboard</a:t>
            </a:r>
            <a:endParaRPr lang="en-IN" dirty="0">
              <a:latin typeface="ui-sans-serif"/>
            </a:endParaRPr>
          </a:p>
          <a:p>
            <a:pPr>
              <a:buNone/>
            </a:pPr>
            <a:r>
              <a:rPr lang="en-IN" dirty="0">
                <a:latin typeface="ui-sans-serif"/>
              </a:rPr>
              <a:t>This helps users </a:t>
            </a:r>
            <a:r>
              <a:rPr lang="en-IN" b="1" dirty="0">
                <a:latin typeface="ui-sans-serif"/>
              </a:rPr>
              <a:t>digitize and </a:t>
            </a:r>
            <a:r>
              <a:rPr lang="en-IN" b="1" dirty="0" err="1">
                <a:latin typeface="ui-sans-serif"/>
              </a:rPr>
              <a:t>analyze</a:t>
            </a:r>
            <a:r>
              <a:rPr lang="en-IN" b="1" dirty="0">
                <a:latin typeface="ui-sans-serif"/>
              </a:rPr>
              <a:t> receipts efficiently.</a:t>
            </a:r>
            <a:endParaRPr lang="en-IN" dirty="0">
              <a:latin typeface="ui-sans-serif"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954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8771-DDCC-98F2-578F-56E1E262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Landing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C3E48-36DA-6D99-18E9-6DD09FB2E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Features of Landing Page:</a:t>
            </a:r>
          </a:p>
          <a:p>
            <a:r>
              <a:rPr lang="en-US" dirty="0"/>
              <a:t>User friendly interface</a:t>
            </a:r>
          </a:p>
          <a:p>
            <a:r>
              <a:rPr lang="en-US" dirty="0"/>
              <a:t>Login / Register options</a:t>
            </a:r>
          </a:p>
          <a:p>
            <a:r>
              <a:rPr lang="en-US" dirty="0"/>
              <a:t>Project overview</a:t>
            </a:r>
          </a:p>
          <a:p>
            <a:r>
              <a:rPr lang="en-US" dirty="0"/>
              <a:t>Navigation to dashboard</a:t>
            </a:r>
          </a:p>
          <a:p>
            <a:r>
              <a:rPr lang="en-US" dirty="0"/>
              <a:t>Clean UI with modern design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A2CA7-E7C9-13CF-8320-81A1F732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326" y="1786858"/>
            <a:ext cx="6255879" cy="297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9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AF92-3FB6-E3D9-1A2E-B3124479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Receipt Digitizer Module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8E40F-5C25-2250-449C-07AEC273B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029" y="2093976"/>
            <a:ext cx="10058400" cy="40507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This module performs: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✔ Upload receipt image</a:t>
            </a:r>
            <a:br>
              <a:rPr lang="en-US" dirty="0"/>
            </a:br>
            <a:r>
              <a:rPr lang="en-US" dirty="0"/>
              <a:t>✔ OCR text extraction</a:t>
            </a:r>
            <a:br>
              <a:rPr lang="en-US" dirty="0"/>
            </a:br>
            <a:r>
              <a:rPr lang="en-US" dirty="0"/>
              <a:t>✔ AI based data structuring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C54C-51DB-8411-44C2-53181F127AD4}"/>
              </a:ext>
            </a:extLst>
          </p:cNvPr>
          <p:cNvSpPr txBox="1"/>
          <p:nvPr/>
        </p:nvSpPr>
        <p:spPr>
          <a:xfrm>
            <a:off x="6941788" y="2253794"/>
            <a:ext cx="40586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Extracted fields:</a:t>
            </a:r>
          </a:p>
          <a:p>
            <a:r>
              <a:rPr lang="en-US" dirty="0"/>
              <a:t>Vendor name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Invoice number</a:t>
            </a:r>
          </a:p>
          <a:p>
            <a:r>
              <a:rPr lang="en-US" dirty="0"/>
              <a:t>Total amount</a:t>
            </a:r>
          </a:p>
          <a:p>
            <a:r>
              <a:rPr lang="en-US" dirty="0"/>
              <a:t>Purchased items</a:t>
            </a:r>
          </a:p>
        </p:txBody>
      </p:sp>
    </p:spTree>
    <p:extLst>
      <p:ext uri="{BB962C8B-B14F-4D97-AF65-F5344CB8AC3E}">
        <p14:creationId xmlns:p14="http://schemas.microsoft.com/office/powerpoint/2010/main" val="18011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D574-C9FA-7718-1118-996302CC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Extraction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A2B4BB-FA3C-CEB8-C9C0-A130DEE38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2129" y="1941460"/>
            <a:ext cx="5220929" cy="443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4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2905B-1B29-A8ED-D120-0E97A77F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52B9C-BBDC-373E-4210-254CB3C9A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2093976"/>
            <a:ext cx="8791907" cy="40507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dashboard provides insights using charts.</a:t>
            </a:r>
          </a:p>
          <a:p>
            <a:pPr marL="0" indent="0">
              <a:buNone/>
            </a:pPr>
            <a:r>
              <a:rPr lang="en-US" dirty="0"/>
              <a:t>Implemented charts:</a:t>
            </a:r>
          </a:p>
          <a:p>
            <a:pPr marL="0" indent="0">
              <a:buNone/>
            </a:pPr>
            <a:r>
              <a:rPr lang="en-US" dirty="0"/>
              <a:t>📊 Monthly Spending Trend</a:t>
            </a:r>
            <a:br>
              <a:rPr lang="en-US" dirty="0"/>
            </a:br>
            <a:r>
              <a:rPr lang="en-US" dirty="0"/>
              <a:t>📊 Top Merchants</a:t>
            </a:r>
            <a:br>
              <a:rPr lang="en-US" dirty="0"/>
            </a:br>
            <a:r>
              <a:rPr lang="en-US" dirty="0"/>
              <a:t>📊 Spending Distribution</a:t>
            </a:r>
          </a:p>
          <a:p>
            <a:r>
              <a:rPr lang="en-US" dirty="0"/>
              <a:t>These help users understand </a:t>
            </a:r>
            <a:r>
              <a:rPr lang="en-US" b="1" dirty="0"/>
              <a:t>spending patterns.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427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B8C5-A1D3-41E9-9F2C-404936DE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Analytics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23C0C6-B703-11D5-4438-921590009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4739" y="1884926"/>
            <a:ext cx="855202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17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F02D-4173-6315-88FF-B36426F6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Chatbot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90F9-319A-5F7B-BE64-71D54DC4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also includes an </a:t>
            </a:r>
            <a:r>
              <a:rPr lang="en-US" b="1" dirty="0"/>
              <a:t>AI chatbot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The chatbot helps users:</a:t>
            </a:r>
          </a:p>
          <a:p>
            <a:r>
              <a:rPr lang="en-US" dirty="0"/>
              <a:t>Ask questions about receipts</a:t>
            </a:r>
          </a:p>
          <a:p>
            <a:r>
              <a:rPr lang="en-US" dirty="0"/>
              <a:t>Get expense information</a:t>
            </a:r>
          </a:p>
          <a:p>
            <a:r>
              <a:rPr lang="en-US" dirty="0"/>
              <a:t>Navigate the system easily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29E70-8D1E-9DB9-011D-F9B7F2E74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016" y="1061884"/>
            <a:ext cx="4383136" cy="477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3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D9C7-DAD4-416C-4F00-0F1C5D0A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Milestone Progress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F3DF0-7682-A5E6-EAA5-CFA236278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Completed in this milestone:</a:t>
            </a:r>
          </a:p>
          <a:p>
            <a:pPr marL="0" indent="0">
              <a:buNone/>
            </a:pPr>
            <a:r>
              <a:rPr lang="en-IN" dirty="0"/>
              <a:t>✔ Landing Page UI</a:t>
            </a:r>
            <a:br>
              <a:rPr lang="en-IN" dirty="0"/>
            </a:br>
            <a:r>
              <a:rPr lang="en-IN" dirty="0"/>
              <a:t>✔ Receipt Upload System</a:t>
            </a:r>
            <a:br>
              <a:rPr lang="en-IN" dirty="0"/>
            </a:br>
            <a:r>
              <a:rPr lang="en-IN" dirty="0"/>
              <a:t>✔ OCR Extraction</a:t>
            </a:r>
            <a:br>
              <a:rPr lang="en-IN" dirty="0"/>
            </a:br>
            <a:r>
              <a:rPr lang="en-IN" dirty="0"/>
              <a:t>✔ AI Data Structuring</a:t>
            </a:r>
            <a:br>
              <a:rPr lang="en-IN" dirty="0"/>
            </a:br>
            <a:r>
              <a:rPr lang="en-IN" dirty="0"/>
              <a:t>✔ Dashboard Analytics</a:t>
            </a:r>
            <a:br>
              <a:rPr lang="en-IN" dirty="0"/>
            </a:br>
            <a:r>
              <a:rPr lang="en-IN" dirty="0"/>
              <a:t>✔ Chart Visualization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7903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{79D8A129-E129-4026-92D9-291173C57E80}TF2ec419c9-97c3-4958-b02a-0886397d33afcfe10e4b-d68909c4b1b0</Template>
  <TotalTime>19</TotalTime>
  <Words>202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Rockwell</vt:lpstr>
      <vt:lpstr>Rockwell Condensed</vt:lpstr>
      <vt:lpstr>ui-sans-serif</vt:lpstr>
      <vt:lpstr>Wingdings</vt:lpstr>
      <vt:lpstr>Wood Type</vt:lpstr>
      <vt:lpstr>Receipt &amp; Invoice Digitizer System</vt:lpstr>
      <vt:lpstr>Project Solution </vt:lpstr>
      <vt:lpstr>Landing Page</vt:lpstr>
      <vt:lpstr>Receipt Digitizer Module</vt:lpstr>
      <vt:lpstr>Example Extraction</vt:lpstr>
      <vt:lpstr>Analytics Dashboard</vt:lpstr>
      <vt:lpstr>Analytics Example</vt:lpstr>
      <vt:lpstr>Chatbot Feature</vt:lpstr>
      <vt:lpstr>Milestone Progress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kodali hemanjali</dc:creator>
  <cp:lastModifiedBy>kodali hemanjali</cp:lastModifiedBy>
  <cp:revision>1</cp:revision>
  <dcterms:created xsi:type="dcterms:W3CDTF">2026-03-11T14:02:30Z</dcterms:created>
  <dcterms:modified xsi:type="dcterms:W3CDTF">2026-03-11T14:21:34Z</dcterms:modified>
</cp:coreProperties>
</file>